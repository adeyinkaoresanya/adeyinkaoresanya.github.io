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73" r:id="rId3"/>
    <p:sldId id="259" r:id="rId4"/>
    <p:sldId id="296" r:id="rId5"/>
    <p:sldId id="297" r:id="rId6"/>
    <p:sldId id="298" r:id="rId7"/>
    <p:sldId id="299" r:id="rId8"/>
    <p:sldId id="300" r:id="rId9"/>
    <p:sldId id="301" r:id="rId10"/>
    <p:sldId id="303" r:id="rId11"/>
    <p:sldId id="265" r:id="rId12"/>
    <p:sldId id="304" r:id="rId13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B2B2B2"/>
    <a:srgbClr val="DDDDDD"/>
    <a:srgbClr val="FFFFFF"/>
    <a:srgbClr val="DBDBDB"/>
    <a:srgbClr val="4A439F"/>
    <a:srgbClr val="003300"/>
    <a:srgbClr val="062010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6" autoAdjust="0"/>
    <p:restoredTop sz="94660"/>
  </p:normalViewPr>
  <p:slideViewPr>
    <p:cSldViewPr snapToGrid="0">
      <p:cViewPr varScale="1">
        <p:scale>
          <a:sx n="90" d="100"/>
          <a:sy n="90" d="100"/>
        </p:scale>
        <p:origin x="91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33ca95ac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33ca95ac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693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886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11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006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8378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0336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3480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2241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33ca95ac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33ca95ac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33ca95ac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33ca95ac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226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9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source.guide/how-to-contribute" TargetMode="External"/><Relationship Id="rId3" Type="http://schemas.openxmlformats.org/officeDocument/2006/relationships/image" Target="../media/image6.jpeg"/><Relationship Id="rId7" Type="http://schemas.openxmlformats.org/officeDocument/2006/relationships/hyperlink" Target="https://hackernoon.com/how-to-find-open-source-projects-for-beginner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cs.github.com/en/get-started/exploring-projects-on-github/finding-ways-to-contribute-to-open-source-on-github" TargetMode="External"/><Relationship Id="rId11" Type="http://schemas.openxmlformats.org/officeDocument/2006/relationships/hyperlink" Target="https://chaoss.community/" TargetMode="External"/><Relationship Id="rId5" Type="http://schemas.openxmlformats.org/officeDocument/2006/relationships/image" Target="../media/image8.png"/><Relationship Id="rId10" Type="http://schemas.openxmlformats.org/officeDocument/2006/relationships/hyperlink" Target="https://opensauced.pizza/" TargetMode="External"/><Relationship Id="rId4" Type="http://schemas.openxmlformats.org/officeDocument/2006/relationships/image" Target="../media/image9.gif"/><Relationship Id="rId9" Type="http://schemas.openxmlformats.org/officeDocument/2006/relationships/hyperlink" Target="https://www.firsttimersonly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9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9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5A2CEB-A237-27EE-ED5E-2191005EA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-1"/>
            <a:ext cx="9144025" cy="421629"/>
          </a:xfrm>
          <a:prstGeom prst="rect">
            <a:avLst/>
          </a:prstGeom>
          <a:solidFill>
            <a:srgbClr val="FB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2400" dirty="0">
                <a:solidFill>
                  <a:srgbClr val="00B0F0"/>
                </a:solidFill>
                <a:latin typeface="Arial Black" panose="020B0A04020102020204" pitchFamily="34" charset="0"/>
              </a:rPr>
              <a:t>  A</a:t>
            </a:r>
            <a:r>
              <a:rPr lang="en-US" sz="2400" dirty="0">
                <a:solidFill>
                  <a:srgbClr val="00B0F0"/>
                </a:solidFill>
                <a:latin typeface="Arial Black" panose="020B0A04020102020204" pitchFamily="34" charset="0"/>
              </a:rPr>
              <a:t>bout Me</a:t>
            </a:r>
          </a:p>
        </p:txBody>
      </p:sp>
      <p:sp>
        <p:nvSpPr>
          <p:cNvPr id="62" name="Google Shape;62;p14"/>
          <p:cNvSpPr/>
          <p:nvPr/>
        </p:nvSpPr>
        <p:spPr>
          <a:xfrm flipV="1">
            <a:off x="2272" y="421629"/>
            <a:ext cx="9141703" cy="45719"/>
          </a:xfrm>
          <a:prstGeom prst="rect">
            <a:avLst/>
          </a:prstGeom>
          <a:solidFill>
            <a:srgbClr val="0070C0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3287" y="916824"/>
            <a:ext cx="39549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Data manager, Katalista Ventures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Contributor, CHAOSS</a:t>
            </a: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Poppins" panose="020B0604020202020204" charset="0"/>
              <a:cs typeface="Poppins" panose="020B0604020202020204" charset="0"/>
            </a:endParaRPr>
          </a:p>
          <a:p>
            <a:endParaRPr lang="en-US" sz="1600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4613" y="2945437"/>
            <a:ext cx="1808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@AYK_dev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01" y="2969828"/>
            <a:ext cx="265912" cy="1975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443" y="3233346"/>
            <a:ext cx="1952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Adeyinka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J. Oresanya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01" y="3266323"/>
            <a:ext cx="257946" cy="1659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01" y="3530217"/>
            <a:ext cx="257946" cy="1936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443" y="3475498"/>
            <a:ext cx="269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adeyinkaoresanya@gmail.com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735" y="3776402"/>
            <a:ext cx="228605" cy="22860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34443" y="3752497"/>
            <a:ext cx="27045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medium.com/developers-compass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FFD033-D82B-555B-90A3-D60C840A34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D4F168-8A15-3B1C-2953-E4E9A4A1A3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618099"/>
            <a:ext cx="4378713" cy="341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9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-1" y="464189"/>
            <a:ext cx="9144000" cy="29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717" y="542180"/>
            <a:ext cx="6239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What is open-source software (OSS)?</a:t>
            </a:r>
            <a:endParaRPr lang="en-US" sz="2800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6447" y="-72274"/>
            <a:ext cx="6465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Black" panose="020B0A04020102020204" pitchFamily="34" charset="0"/>
              </a:rPr>
              <a:t>Open source vs proprietary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34" y="1617509"/>
            <a:ext cx="4572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Freely distributed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Easily accessed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Can be modified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5DD91-EA72-8181-91E5-DF04729C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026A7D-AE04-B83E-CF83-ABDF9CD42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841" y="1143391"/>
            <a:ext cx="4571999" cy="39247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-1" y="464189"/>
            <a:ext cx="9144000" cy="29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717" y="542180"/>
            <a:ext cx="4862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What is proprietary software?</a:t>
            </a:r>
            <a:endParaRPr lang="en-US" sz="2800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8344" y="-72274"/>
            <a:ext cx="6433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Black" panose="020B0A04020102020204" pitchFamily="34" charset="0"/>
              </a:rPr>
              <a:t>Open source vs proprietary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775" y="1654262"/>
            <a:ext cx="4572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Closed and copyrighted source code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Licensed for purchase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Limited use in terms of distribution and modification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5DD91-EA72-8181-91E5-DF04729C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21CD66-36B7-A8C0-26B8-8B30EA7A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A1866D-CDF2-A8F5-E1C4-B141A7A68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809" y="1256201"/>
            <a:ext cx="4431415" cy="262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3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-1" y="464189"/>
            <a:ext cx="9144000" cy="29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350" y="542180"/>
            <a:ext cx="2638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For individuals</a:t>
            </a:r>
            <a:endParaRPr lang="en-US" sz="2800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775" y="-72274"/>
            <a:ext cx="6344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Black" panose="020B0A04020102020204" pitchFamily="34" charset="0"/>
              </a:rPr>
              <a:t>Benefits of open source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775" y="1574978"/>
            <a:ext cx="546531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Faster project starts, no initial cost outlay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Community-driven reliability and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Better community-based collaboration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Real-life, hands-on experience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More employment opportunities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5DD91-EA72-8181-91E5-DF04729C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21CD66-36B7-A8C0-26B8-8B30EA7A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2FEF44-E833-E00B-E669-D00EA89C5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413" y="1404668"/>
            <a:ext cx="2264673" cy="234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6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-1" y="464189"/>
            <a:ext cx="9144000" cy="29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351" y="542180"/>
            <a:ext cx="3098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For organisations</a:t>
            </a:r>
            <a:endParaRPr lang="en-US" sz="2800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175" y="0"/>
            <a:ext cx="5772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Black" panose="020B0A04020102020204" pitchFamily="34" charset="0"/>
              </a:rPr>
              <a:t>Benefits of open source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775" y="1574978"/>
            <a:ext cx="546531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Lower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Faster launches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No contract lock in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Community-based intel and support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Improved hiring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5DD91-EA72-8181-91E5-DF04729C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21CD66-36B7-A8C0-26B8-8B30EA7A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2FEF44-E833-E00B-E669-D00EA89C5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413" y="1404668"/>
            <a:ext cx="2264673" cy="234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38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-1" y="464189"/>
            <a:ext cx="9144000" cy="29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775" y="-71366"/>
            <a:ext cx="6511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Black" panose="020B0A04020102020204" pitchFamily="34" charset="0"/>
              </a:rPr>
              <a:t>How do I contribute to open source?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775" y="748952"/>
            <a:ext cx="54653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Code contribution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Non-code contribution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5DD91-EA72-8181-91E5-DF04729C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21CD66-36B7-A8C0-26B8-8B30EA7A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2FEF44-E833-E00B-E669-D00EA89C5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413" y="1404668"/>
            <a:ext cx="2264673" cy="2343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6C1136-EEC4-CCF3-3084-277F11C528F0}"/>
              </a:ext>
            </a:extLst>
          </p:cNvPr>
          <p:cNvSpPr/>
          <p:nvPr/>
        </p:nvSpPr>
        <p:spPr>
          <a:xfrm>
            <a:off x="842156" y="1903576"/>
            <a:ext cx="546531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designer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Community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researcher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Project manager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Technical writer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Marketing specialist</a:t>
            </a:r>
          </a:p>
          <a:p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515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-1" y="464189"/>
            <a:ext cx="9144000" cy="29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775" y="-30630"/>
            <a:ext cx="7704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Black" panose="020B0A04020102020204" pitchFamily="34" charset="0"/>
              </a:rPr>
              <a:t>Where do I find OS projects to contribute to?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5DD91-EA72-8181-91E5-DF04729C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21CD66-36B7-A8C0-26B8-8B30EA7A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2FEF44-E833-E00B-E669-D00EA89C5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413" y="1404668"/>
            <a:ext cx="2264673" cy="2343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6C1136-EEC4-CCF3-3084-277F11C528F0}"/>
              </a:ext>
            </a:extLst>
          </p:cNvPr>
          <p:cNvSpPr/>
          <p:nvPr/>
        </p:nvSpPr>
        <p:spPr>
          <a:xfrm>
            <a:off x="116775" y="719969"/>
            <a:ext cx="577065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hlinkClick r:id="rId6"/>
              </a:rPr>
              <a:t>https://docs.github.com/en/get-started/exploring-projects-on-github/finding-ways-to-contribute-to-open-source-on-github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hlinkClick r:id="rId7"/>
              </a:rPr>
              <a:t>https://hackernoon.com/how-to-find-open-source-projects-for-beginners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hlinkClick r:id="rId8"/>
              </a:rPr>
              <a:t>https://opensource.guide/how-to-contribute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hlinkClick r:id="rId9"/>
              </a:rPr>
              <a:t>https://www.firsttimersonly.com/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hlinkClick r:id="rId10"/>
              </a:rPr>
              <a:t>https://opensauced.pizza/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CHAOSS (</a:t>
            </a:r>
            <a:r>
              <a:rPr lang="en-US" sz="1600" dirty="0">
                <a:hlinkClick r:id="rId11"/>
              </a:rPr>
              <a:t>https://chaoss.community/</a:t>
            </a:r>
            <a:r>
              <a:rPr lang="en-US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4750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-1" y="464189"/>
            <a:ext cx="9144000" cy="29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279832" y="4189"/>
            <a:ext cx="8370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Black" panose="020B0A04020102020204" pitchFamily="34" charset="0"/>
              </a:rPr>
              <a:t>Tools and Platforms used for collaboration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774" y="748952"/>
            <a:ext cx="61811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Version control: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5DD91-EA72-8181-91E5-DF04729C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21CD66-36B7-A8C0-26B8-8B30EA7A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2FEF44-E833-E00B-E669-D00EA89C5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413" y="1404668"/>
            <a:ext cx="2264673" cy="2343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6C1136-EEC4-CCF3-3084-277F11C528F0}"/>
              </a:ext>
            </a:extLst>
          </p:cNvPr>
          <p:cNvSpPr/>
          <p:nvPr/>
        </p:nvSpPr>
        <p:spPr>
          <a:xfrm>
            <a:off x="681234" y="1125281"/>
            <a:ext cx="54653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GitHub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Gitlab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Bitbucket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AC43BC-723C-DCB7-7BA1-3AC0211E73A7}"/>
              </a:ext>
            </a:extLst>
          </p:cNvPr>
          <p:cNvSpPr/>
          <p:nvPr/>
        </p:nvSpPr>
        <p:spPr>
          <a:xfrm>
            <a:off x="116774" y="2745836"/>
            <a:ext cx="61811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Communication  channel: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91EE9E-B77B-47C3-1EB3-F95B1A8054D3}"/>
              </a:ext>
            </a:extLst>
          </p:cNvPr>
          <p:cNvSpPr/>
          <p:nvPr/>
        </p:nvSpPr>
        <p:spPr>
          <a:xfrm>
            <a:off x="681234" y="3297089"/>
            <a:ext cx="54653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Slack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Discord</a:t>
            </a:r>
          </a:p>
        </p:txBody>
      </p:sp>
    </p:spTree>
    <p:extLst>
      <p:ext uri="{BB962C8B-B14F-4D97-AF65-F5344CB8AC3E}">
        <p14:creationId xmlns:p14="http://schemas.microsoft.com/office/powerpoint/2010/main" val="335092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-1" y="464189"/>
            <a:ext cx="9144000" cy="29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59496" y="0"/>
            <a:ext cx="852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Black" panose="020B0A04020102020204" pitchFamily="34" charset="0"/>
              </a:rPr>
              <a:t>Best practices when contributing to OS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957" y="793392"/>
            <a:ext cx="546531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Use the project/product to understand how it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Read the contribution guide first!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Join the community if they have one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If you  notice a bug, create an issue first and ask to be assigned to it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Make meaningful contributions even as you take baby steps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Respect maintainers’ time. Be patient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5DD91-EA72-8181-91E5-DF04729C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21CD66-36B7-A8C0-26B8-8B30EA7A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237" y="2566987"/>
            <a:ext cx="9525" cy="95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2FEF44-E833-E00B-E669-D00EA89C5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413" y="1404668"/>
            <a:ext cx="2264673" cy="234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67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2096490" y="1053129"/>
            <a:ext cx="5799734" cy="3307595"/>
          </a:xfrm>
          <a:prstGeom prst="rect">
            <a:avLst/>
          </a:prstGeom>
          <a:noFill/>
          <a:ln w="28575" cap="flat" cmpd="sng">
            <a:solidFill>
              <a:srgbClr val="166A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1857376" y="831124"/>
            <a:ext cx="6296024" cy="3702775"/>
          </a:xfrm>
          <a:prstGeom prst="rect">
            <a:avLst/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D10987-2C22-E389-FCEE-84A017883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9B641B-FC68-01A3-EAE3-13914CBB0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6490" y="1052637"/>
            <a:ext cx="5799734" cy="33080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2096490" y="1053129"/>
            <a:ext cx="5799734" cy="3307595"/>
          </a:xfrm>
          <a:prstGeom prst="rect">
            <a:avLst/>
          </a:prstGeom>
          <a:noFill/>
          <a:ln w="28575" cap="flat" cmpd="sng">
            <a:solidFill>
              <a:srgbClr val="166A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1857376" y="831124"/>
            <a:ext cx="6296024" cy="3702775"/>
          </a:xfrm>
          <a:prstGeom prst="rect">
            <a:avLst/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491" y="1053128"/>
            <a:ext cx="5799734" cy="3307595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D10987-2C22-E389-FCEE-84A017883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6" y="4505621"/>
            <a:ext cx="620718" cy="62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067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2887</TotalTime>
  <Words>298</Words>
  <Application>Microsoft Office PowerPoint</Application>
  <PresentationFormat>On-screen Show (16:9)</PresentationFormat>
  <Paragraphs>112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Black</vt:lpstr>
      <vt:lpstr>Poppins</vt:lpstr>
      <vt:lpstr>Arial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Adeyinka Oresanya</dc:creator>
  <cp:lastModifiedBy>Adeyinka Oresanya</cp:lastModifiedBy>
  <cp:revision>95</cp:revision>
  <dcterms:modified xsi:type="dcterms:W3CDTF">2023-06-01T13:32:35Z</dcterms:modified>
</cp:coreProperties>
</file>