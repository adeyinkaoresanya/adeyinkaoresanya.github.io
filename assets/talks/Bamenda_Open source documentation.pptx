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3" r:id="rId3"/>
    <p:sldId id="259" r:id="rId4"/>
    <p:sldId id="299" r:id="rId5"/>
    <p:sldId id="305" r:id="rId6"/>
    <p:sldId id="306" r:id="rId7"/>
    <p:sldId id="307" r:id="rId8"/>
    <p:sldId id="308" r:id="rId9"/>
    <p:sldId id="301" r:id="rId10"/>
    <p:sldId id="309" r:id="rId11"/>
    <p:sldId id="304" r:id="rId12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B2B2B2"/>
    <a:srgbClr val="DDDDDD"/>
    <a:srgbClr val="FFFFFF"/>
    <a:srgbClr val="DBDBDB"/>
    <a:srgbClr val="4A439F"/>
    <a:srgbClr val="003300"/>
    <a:srgbClr val="06201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6" autoAdjust="0"/>
    <p:restoredTop sz="94660"/>
  </p:normalViewPr>
  <p:slideViewPr>
    <p:cSldViewPr snapToGrid="0">
      <p:cViewPr varScale="1">
        <p:scale>
          <a:sx n="90" d="100"/>
          <a:sy n="90" d="100"/>
        </p:scale>
        <p:origin x="91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33ca95a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33ca95a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693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378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221CFA35-1FAE-5FA8-74FC-BA9E1C18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>
            <a:extLst>
              <a:ext uri="{FF2B5EF4-FFF2-40B4-BE49-F238E27FC236}">
                <a16:creationId xmlns:a16="http://schemas.microsoft.com/office/drawing/2014/main" id="{0C769272-3751-37A2-040B-C94041F94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>
            <a:extLst>
              <a:ext uri="{FF2B5EF4-FFF2-40B4-BE49-F238E27FC236}">
                <a16:creationId xmlns:a16="http://schemas.microsoft.com/office/drawing/2014/main" id="{E2C6DD19-28FC-ABE3-BA5D-DBAB87FED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70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B9ABE99-499C-FBD3-852A-960AAFC9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>
            <a:extLst>
              <a:ext uri="{FF2B5EF4-FFF2-40B4-BE49-F238E27FC236}">
                <a16:creationId xmlns:a16="http://schemas.microsoft.com/office/drawing/2014/main" id="{1520E0FD-3AD5-D8E1-2108-EDBA34A7B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>
            <a:extLst>
              <a:ext uri="{FF2B5EF4-FFF2-40B4-BE49-F238E27FC236}">
                <a16:creationId xmlns:a16="http://schemas.microsoft.com/office/drawing/2014/main" id="{AC65E3E6-3985-89C8-CAA6-E599E60BF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082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D0F810-CF1E-0AFA-B017-BFCF05E9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>
            <a:extLst>
              <a:ext uri="{FF2B5EF4-FFF2-40B4-BE49-F238E27FC236}">
                <a16:creationId xmlns:a16="http://schemas.microsoft.com/office/drawing/2014/main" id="{9705E230-29CC-D731-1E5D-45FBD33AC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>
            <a:extLst>
              <a:ext uri="{FF2B5EF4-FFF2-40B4-BE49-F238E27FC236}">
                <a16:creationId xmlns:a16="http://schemas.microsoft.com/office/drawing/2014/main" id="{47F93178-0CDB-135A-5A1B-26BAAE259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627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238D474-31D0-9989-8FF3-9C5E2D60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>
            <a:extLst>
              <a:ext uri="{FF2B5EF4-FFF2-40B4-BE49-F238E27FC236}">
                <a16:creationId xmlns:a16="http://schemas.microsoft.com/office/drawing/2014/main" id="{68CCA8EA-4F8F-33A0-91C8-6B0A64B45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>
            <a:extLst>
              <a:ext uri="{FF2B5EF4-FFF2-40B4-BE49-F238E27FC236}">
                <a16:creationId xmlns:a16="http://schemas.microsoft.com/office/drawing/2014/main" id="{E320A986-FE70-638B-F60E-F9EEB646E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533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3480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AA45CC8-A72D-13E9-DEED-87194C33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>
            <a:extLst>
              <a:ext uri="{FF2B5EF4-FFF2-40B4-BE49-F238E27FC236}">
                <a16:creationId xmlns:a16="http://schemas.microsoft.com/office/drawing/2014/main" id="{5F1F1231-0C5A-0A81-16A9-30C9547F8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>
            <a:extLst>
              <a:ext uri="{FF2B5EF4-FFF2-40B4-BE49-F238E27FC236}">
                <a16:creationId xmlns:a16="http://schemas.microsoft.com/office/drawing/2014/main" id="{3DE9FCFE-D127-E8BC-FF97-43AC5A077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9059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33ca95ac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33ca95ac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226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andas-dev/pandas/blob/main/doc/source/user_guide/dsintro.rst" TargetMode="External"/><Relationship Id="rId3" Type="http://schemas.openxmlformats.org/officeDocument/2006/relationships/image" Target="../media/image9.gif"/><Relationship Id="rId7" Type="http://schemas.openxmlformats.org/officeDocument/2006/relationships/hyperlink" Target="https://pandas.pydata.org/doc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chaoss/chaoss-slack-bot/wiki/" TargetMode="External"/><Relationship Id="rId11" Type="http://schemas.openxmlformats.org/officeDocument/2006/relationships/image" Target="../media/image11.png"/><Relationship Id="rId5" Type="http://schemas.openxmlformats.org/officeDocument/2006/relationships/hyperlink" Target="https://firebase.google.com/docs" TargetMode="External"/><Relationship Id="rId10" Type="http://schemas.openxmlformats.org/officeDocument/2006/relationships/hyperlink" Target="https://osm.hpi.de/bs/2019/material/The_Linux_Users_Guide.pdf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github.com/adeyinkaoresanya/badging-bot/blob/adeyinka-tutorial-contributions/TUTORIAL.m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hyperlink" Target="https://developers.google.com/tech-writing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82DF1B-BF71-4D04-ADE6-883A7D845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02" y="88135"/>
            <a:ext cx="8758410" cy="4946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3287" y="916824"/>
            <a:ext cx="50485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Poppins" panose="020B0604020202020204" charset="0"/>
              </a:rPr>
              <a:t>Software engineer,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Poppins" panose="020B0604020202020204" charset="0"/>
              </a:rPr>
              <a:t>FireSwitch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Poppins" panose="020B0604020202020204" charset="0"/>
              </a:rPr>
              <a:t>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Poppi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Poppins" panose="020B0604020202020204" charset="0"/>
              </a:rPr>
              <a:t>Contributor, CHAOSS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Poppi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Poppins" panose="020B0604020202020204" charset="0"/>
            </a:endParaRP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Poppins" panose="020B0604020202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4613" y="2945437"/>
            <a:ext cx="1808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@AYK_dev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01" y="2969828"/>
            <a:ext cx="265912" cy="1975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443" y="3233346"/>
            <a:ext cx="1952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Adeyinka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J. Oresanya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01" y="3266323"/>
            <a:ext cx="257946" cy="1659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01" y="3530217"/>
            <a:ext cx="257946" cy="1936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443" y="3475498"/>
            <a:ext cx="269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adeyinkaoresanya@gmail.com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35" y="3776402"/>
            <a:ext cx="228605" cy="22860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34443" y="3752497"/>
            <a:ext cx="27045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medium.com/developers-compass</a:t>
            </a:r>
          </a:p>
        </p:txBody>
      </p:sp>
      <p:pic>
        <p:nvPicPr>
          <p:cNvPr id="1028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8F1CBE19-8814-3C0A-0189-5E8F3DC03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61;p14"/>
          <p:cNvSpPr/>
          <p:nvPr/>
        </p:nvSpPr>
        <p:spPr>
          <a:xfrm>
            <a:off x="0" y="-1"/>
            <a:ext cx="9144025" cy="421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  A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bout Me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E24438-A080-1395-11CB-42D56FE05E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8958" y="467348"/>
            <a:ext cx="4455041" cy="467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9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76447" y="-72274"/>
            <a:ext cx="6465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What is Open source software (OSS)?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868" y="687039"/>
            <a:ext cx="89643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Open Source is a collaborative software development model where the source code is freely accessible and modifiable.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026A7D-AE04-B83E-CF83-ABDF9CD42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011" y="1741158"/>
            <a:ext cx="3472279" cy="2980713"/>
          </a:xfrm>
          <a:prstGeom prst="rect">
            <a:avLst/>
          </a:prstGeom>
        </p:spPr>
      </p:pic>
      <p:pic>
        <p:nvPicPr>
          <p:cNvPr id="2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7181DFFB-59C1-135D-82ED-818752A06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62;p14">
            <a:extLst>
              <a:ext uri="{FF2B5EF4-FFF2-40B4-BE49-F238E27FC236}">
                <a16:creationId xmlns:a16="http://schemas.microsoft.com/office/drawing/2014/main" id="{54941C51-D841-1798-3F08-45EF268548F3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A2073-1C64-99BA-94B3-2917192A845D}"/>
              </a:ext>
            </a:extLst>
          </p:cNvPr>
          <p:cNvSpPr/>
          <p:nvPr/>
        </p:nvSpPr>
        <p:spPr>
          <a:xfrm>
            <a:off x="116775" y="1715176"/>
            <a:ext cx="4572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Freely distributed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Easily accessed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 be modified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6775" y="-71366"/>
            <a:ext cx="6511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Ways to contribute to open source?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775" y="773502"/>
            <a:ext cx="54653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Code contribution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Non-code contribution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6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FEF44-E833-E00B-E669-D00EA89C5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429" y="1404668"/>
            <a:ext cx="3042657" cy="31488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6C1136-EEC4-CCF3-3084-277F11C528F0}"/>
              </a:ext>
            </a:extLst>
          </p:cNvPr>
          <p:cNvSpPr/>
          <p:nvPr/>
        </p:nvSpPr>
        <p:spPr>
          <a:xfrm>
            <a:off x="842156" y="1903576"/>
            <a:ext cx="546531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Technical writing (documentation)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Community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management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Design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Marketing and partnerships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pic>
        <p:nvPicPr>
          <p:cNvPr id="7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B860949E-265A-331A-C4B5-D44EA626E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2;p14">
            <a:extLst>
              <a:ext uri="{FF2B5EF4-FFF2-40B4-BE49-F238E27FC236}">
                <a16:creationId xmlns:a16="http://schemas.microsoft.com/office/drawing/2014/main" id="{E9A3C9A1-106E-60E3-EA84-5A262D585229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1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6112EC81-4F4C-BDFF-3244-1FFF31F0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B7E300-0B6E-ED79-636B-B9619426E461}"/>
              </a:ext>
            </a:extLst>
          </p:cNvPr>
          <p:cNvSpPr txBox="1"/>
          <p:nvPr/>
        </p:nvSpPr>
        <p:spPr>
          <a:xfrm>
            <a:off x="116775" y="-71366"/>
            <a:ext cx="6511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What is open source documentation?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947369-3D16-0C41-C4E8-918E3A2BC6E3}"/>
              </a:ext>
            </a:extLst>
          </p:cNvPr>
          <p:cNvSpPr/>
          <p:nvPr/>
        </p:nvSpPr>
        <p:spPr>
          <a:xfrm>
            <a:off x="191386" y="748952"/>
            <a:ext cx="49793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The art of creating communicable materials used to describe, explain, or instruct users or contributors of an open-source software regarding its parts, assembly, installation, maintenance, and use.</a:t>
            </a:r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8CD0C9-9E68-10CC-D82D-979AF1392D14}"/>
              </a:ext>
            </a:extLst>
          </p:cNvPr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5B9C6A-2F35-375F-F6E3-79F11319F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7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466B55F7-2E1E-991A-D489-0D5F0BD2A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2;p14">
            <a:extLst>
              <a:ext uri="{FF2B5EF4-FFF2-40B4-BE49-F238E27FC236}">
                <a16:creationId xmlns:a16="http://schemas.microsoft.com/office/drawing/2014/main" id="{B578B883-E2D9-74EC-C4D7-899A842A0E2B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Building great open source documentation | Google Open Source Blog">
            <a:extLst>
              <a:ext uri="{FF2B5EF4-FFF2-40B4-BE49-F238E27FC236}">
                <a16:creationId xmlns:a16="http://schemas.microsoft.com/office/drawing/2014/main" id="{9342E32B-0DAE-4115-787D-C56B1FCF3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508" y="1164450"/>
            <a:ext cx="3586468" cy="288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5568EE-473A-F62B-1EAC-715BEDE7EB6E}"/>
              </a:ext>
            </a:extLst>
          </p:cNvPr>
          <p:cNvSpPr txBox="1"/>
          <p:nvPr/>
        </p:nvSpPr>
        <p:spPr>
          <a:xfrm>
            <a:off x="116775" y="2218211"/>
            <a:ext cx="50539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rPr>
              <a:t>Documentation plays a vital role in explaining how to use the software, contribute to its development, and understand its technical aspects.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lt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rPr>
              <a:t>It includes user guides, API references, tutorials, code comments, and more.</a:t>
            </a:r>
          </a:p>
        </p:txBody>
      </p:sp>
    </p:spTree>
    <p:extLst>
      <p:ext uri="{BB962C8B-B14F-4D97-AF65-F5344CB8AC3E}">
        <p14:creationId xmlns:p14="http://schemas.microsoft.com/office/powerpoint/2010/main" val="338092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608196F0-E8E9-6055-389D-B2071943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AF39AB-2786-FFF5-EE8A-27AD02B777C0}"/>
              </a:ext>
            </a:extLst>
          </p:cNvPr>
          <p:cNvSpPr txBox="1"/>
          <p:nvPr/>
        </p:nvSpPr>
        <p:spPr>
          <a:xfrm>
            <a:off x="-256109" y="-5224"/>
            <a:ext cx="87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Importance of documentation in open source?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18EB5B-3933-11CF-910A-292DDA863D9F}"/>
              </a:ext>
            </a:extLst>
          </p:cNvPr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0C0493-4D00-4256-5383-3A278F942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7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7CF7FFAD-B619-1746-E69A-003C7A8B6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2;p14">
            <a:extLst>
              <a:ext uri="{FF2B5EF4-FFF2-40B4-BE49-F238E27FC236}">
                <a16:creationId xmlns:a16="http://schemas.microsoft.com/office/drawing/2014/main" id="{27154E22-F60B-6003-005A-2F7E0F017011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Building great open source documentation | Google Open Source Blog">
            <a:extLst>
              <a:ext uri="{FF2B5EF4-FFF2-40B4-BE49-F238E27FC236}">
                <a16:creationId xmlns:a16="http://schemas.microsoft.com/office/drawing/2014/main" id="{A6211F01-A552-01F3-DB5F-2DDFA49ED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778" y="1164450"/>
            <a:ext cx="3646198" cy="288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A63737-126F-E490-61B5-5B160A992F3A}"/>
              </a:ext>
            </a:extLst>
          </p:cNvPr>
          <p:cNvSpPr txBox="1"/>
          <p:nvPr/>
        </p:nvSpPr>
        <p:spPr>
          <a:xfrm>
            <a:off x="62869" y="683583"/>
            <a:ext cx="538100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Improves software usability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Clear instructions lead to better adoption and fewer frustrated users.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Fosters community engagement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Documentation empowers users to contribute, report issues, and suggest improvements.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Attracts new developers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Well-documented code is more approachable and inviting to potential contributors.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Ensures project sustainability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Comprehensive documentation makes future maintenance and development easier.</a:t>
            </a:r>
          </a:p>
        </p:txBody>
      </p:sp>
    </p:spTree>
    <p:extLst>
      <p:ext uri="{BB962C8B-B14F-4D97-AF65-F5344CB8AC3E}">
        <p14:creationId xmlns:p14="http://schemas.microsoft.com/office/powerpoint/2010/main" val="161619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9C8A87F-97C6-C838-8D30-79A6C05A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449118-19B4-D207-6CA5-C3088337F78E}"/>
              </a:ext>
            </a:extLst>
          </p:cNvPr>
          <p:cNvSpPr txBox="1"/>
          <p:nvPr/>
        </p:nvSpPr>
        <p:spPr>
          <a:xfrm>
            <a:off x="-256109" y="-5224"/>
            <a:ext cx="87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When is Open Source Documentation Crucial?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FBD737-35D2-6E37-668D-94C3233836F8}"/>
              </a:ext>
            </a:extLst>
          </p:cNvPr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3773A-EE73-FBDC-2553-2C8DD40EC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7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A4919210-432B-AFF0-7C2D-6F6E34AE2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2;p14">
            <a:extLst>
              <a:ext uri="{FF2B5EF4-FFF2-40B4-BE49-F238E27FC236}">
                <a16:creationId xmlns:a16="http://schemas.microsoft.com/office/drawing/2014/main" id="{39D15817-A1E8-9EA6-841C-0CB85FF5DBDF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Building great open source documentation | Google Open Source Blog">
            <a:extLst>
              <a:ext uri="{FF2B5EF4-FFF2-40B4-BE49-F238E27FC236}">
                <a16:creationId xmlns:a16="http://schemas.microsoft.com/office/drawing/2014/main" id="{00FB581A-3734-2F93-B10B-CE4E97342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028" y="1164450"/>
            <a:ext cx="3679948" cy="288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917C38-A334-3C4A-5229-2F5C854AB0F0}"/>
              </a:ext>
            </a:extLst>
          </p:cNvPr>
          <p:cNvSpPr txBox="1"/>
          <p:nvPr/>
        </p:nvSpPr>
        <p:spPr>
          <a:xfrm>
            <a:off x="116775" y="1098567"/>
            <a:ext cx="64347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onboarding new users and contributors.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introducing new features or functionalities.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resolving bugs and technical issues.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seeking community feedback and contributions.</a:t>
            </a: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Whenever clarity and understanding are critical.</a:t>
            </a:r>
          </a:p>
        </p:txBody>
      </p:sp>
    </p:spTree>
    <p:extLst>
      <p:ext uri="{BB962C8B-B14F-4D97-AF65-F5344CB8AC3E}">
        <p14:creationId xmlns:p14="http://schemas.microsoft.com/office/powerpoint/2010/main" val="1093581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3FD4CE4-68BE-26C0-93F5-CE637EBA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5EB93E-1CC1-EC7A-7AD4-A1CB4164F29A}"/>
              </a:ext>
            </a:extLst>
          </p:cNvPr>
          <p:cNvSpPr txBox="1"/>
          <p:nvPr/>
        </p:nvSpPr>
        <p:spPr>
          <a:xfrm>
            <a:off x="62868" y="-17177"/>
            <a:ext cx="871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Where can Open Source Documentation be found?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F9A673-77DE-2F8D-FF45-7FC34F74E076}"/>
              </a:ext>
            </a:extLst>
          </p:cNvPr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9C23F1-965A-D7CE-A3B5-B36D872C2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7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31302EB9-D0B3-6613-0508-73DD83E41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2;p14">
            <a:extLst>
              <a:ext uri="{FF2B5EF4-FFF2-40B4-BE49-F238E27FC236}">
                <a16:creationId xmlns:a16="http://schemas.microsoft.com/office/drawing/2014/main" id="{B2F8C6CC-7062-28BC-DCF8-6A8FB670577D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C602D6-6C12-9362-5B17-A18A18155780}"/>
              </a:ext>
            </a:extLst>
          </p:cNvPr>
          <p:cNvSpPr txBox="1"/>
          <p:nvPr/>
        </p:nvSpPr>
        <p:spPr>
          <a:xfrm>
            <a:off x="116775" y="1098567"/>
            <a:ext cx="72196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websites and wikis: e.g.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https://firebase.google.com/docs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https://github.com/chaoss/chaoss-slack-bot/wiki/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Collaboration platforms like GitHub, GitLab: 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https://pandas.pydata.org/docs/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(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https://github.com/pandas-dev/pandas/blob/main/doc/source/user_guide/dsintro.rst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https://github.com/adeyinkaoresanya/badging-bot/blob/adeyinka-tutorial-contributions/TUTORIAL.md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Community forums and mailing lists 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Search engines (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https://osm.hpi.de/bs/2019/material/The_Linux_Users_Guide.pdf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F9BA40-51D9-6277-5A77-5606B0DC0B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7691" y="1468099"/>
            <a:ext cx="1773207" cy="221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3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279832" y="4189"/>
            <a:ext cx="8370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Tools and Platforms used for collaboration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774" y="748952"/>
            <a:ext cx="61811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Version control: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AC43BC-723C-DCB7-7BA1-3AC0211E73A7}"/>
              </a:ext>
            </a:extLst>
          </p:cNvPr>
          <p:cNvSpPr/>
          <p:nvPr/>
        </p:nvSpPr>
        <p:spPr>
          <a:xfrm>
            <a:off x="116773" y="3241154"/>
            <a:ext cx="61811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Communication  channel: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91EE9E-B77B-47C3-1EB3-F95B1A8054D3}"/>
              </a:ext>
            </a:extLst>
          </p:cNvPr>
          <p:cNvSpPr/>
          <p:nvPr/>
        </p:nvSpPr>
        <p:spPr>
          <a:xfrm>
            <a:off x="373821" y="3668380"/>
            <a:ext cx="13254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Slack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Discord</a:t>
            </a:r>
          </a:p>
        </p:txBody>
      </p:sp>
      <p:pic>
        <p:nvPicPr>
          <p:cNvPr id="11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4C3CFB77-0CB0-885D-EA2F-A91885972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704307"/>
            <a:ext cx="490025" cy="38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62;p14">
            <a:extLst>
              <a:ext uri="{FF2B5EF4-FFF2-40B4-BE49-F238E27FC236}">
                <a16:creationId xmlns:a16="http://schemas.microsoft.com/office/drawing/2014/main" id="{0F8ECDB5-9D13-9D36-E688-E4E86492CB88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CE8D09-72FC-2BA5-1B0B-A36574A4B254}"/>
              </a:ext>
            </a:extLst>
          </p:cNvPr>
          <p:cNvSpPr/>
          <p:nvPr/>
        </p:nvSpPr>
        <p:spPr>
          <a:xfrm>
            <a:off x="116773" y="1864165"/>
            <a:ext cx="61811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Documentation tools: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C38937-4C73-B54F-89C2-7A91A6C0C7EF}"/>
              </a:ext>
            </a:extLst>
          </p:cNvPr>
          <p:cNvSpPr/>
          <p:nvPr/>
        </p:nvSpPr>
        <p:spPr>
          <a:xfrm>
            <a:off x="373821" y="2245083"/>
            <a:ext cx="13254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ReadMe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err="1"/>
              <a:t>GitBook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EFB202-9375-9E32-2F00-E5F4519FCC72}"/>
              </a:ext>
            </a:extLst>
          </p:cNvPr>
          <p:cNvSpPr/>
          <p:nvPr/>
        </p:nvSpPr>
        <p:spPr>
          <a:xfrm>
            <a:off x="1740040" y="2246294"/>
            <a:ext cx="15987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Google Doc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err="1"/>
              <a:t>Doxygen</a:t>
            </a: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58C85-D6BA-0421-2F97-45FE7C0CD744}"/>
              </a:ext>
            </a:extLst>
          </p:cNvPr>
          <p:cNvSpPr/>
          <p:nvPr/>
        </p:nvSpPr>
        <p:spPr>
          <a:xfrm>
            <a:off x="3306976" y="2239912"/>
            <a:ext cx="19944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Confluence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Read the Docs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20C2AB-9FD6-98D6-2183-53281B410C22}"/>
              </a:ext>
            </a:extLst>
          </p:cNvPr>
          <p:cNvSpPr/>
          <p:nvPr/>
        </p:nvSpPr>
        <p:spPr>
          <a:xfrm>
            <a:off x="1740040" y="1264829"/>
            <a:ext cx="13254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GitLab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475B77-23F1-53DC-07F0-3D41D3E53351}"/>
              </a:ext>
            </a:extLst>
          </p:cNvPr>
          <p:cNvSpPr/>
          <p:nvPr/>
        </p:nvSpPr>
        <p:spPr>
          <a:xfrm>
            <a:off x="414572" y="1249883"/>
            <a:ext cx="13254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600" dirty="0"/>
              <a:t>G</a:t>
            </a:r>
            <a:r>
              <a:rPr lang="en-US" sz="1600" dirty="0" err="1"/>
              <a:t>itHub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FEB691-16BB-3D60-B599-A13D38B2ABB1}"/>
              </a:ext>
            </a:extLst>
          </p:cNvPr>
          <p:cNvSpPr/>
          <p:nvPr/>
        </p:nvSpPr>
        <p:spPr>
          <a:xfrm>
            <a:off x="3207358" y="1271212"/>
            <a:ext cx="17155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err="1"/>
              <a:t>BitBucket</a:t>
            </a:r>
            <a:endParaRPr lang="en-US" sz="1600" dirty="0"/>
          </a:p>
        </p:txBody>
      </p:sp>
      <p:pic>
        <p:nvPicPr>
          <p:cNvPr id="4102" name="Picture 6" descr="Free Docx file Icon - Download in Flat Style">
            <a:extLst>
              <a:ext uri="{FF2B5EF4-FFF2-40B4-BE49-F238E27FC236}">
                <a16:creationId xmlns:a16="http://schemas.microsoft.com/office/drawing/2014/main" id="{09CCB443-FA46-CFF1-4AC9-E76237FE1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377" y="994849"/>
            <a:ext cx="3109980" cy="267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92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6AACE56B-EE51-B4D1-6BDF-026FA474D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215C89-A607-DFC6-F5D0-04EA614A5DB6}"/>
              </a:ext>
            </a:extLst>
          </p:cNvPr>
          <p:cNvSpPr txBox="1"/>
          <p:nvPr/>
        </p:nvSpPr>
        <p:spPr>
          <a:xfrm>
            <a:off x="-128526" y="-17177"/>
            <a:ext cx="9400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How to get started contributing to OSS documentation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BDBF9-3877-27F2-B740-A4D7167FC116}"/>
              </a:ext>
            </a:extLst>
          </p:cNvPr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874AEA-0161-65D6-A4A2-4886D502B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7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9C2FBC50-50EF-B7A9-7F29-620D1B845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669785"/>
            <a:ext cx="418616" cy="41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2;p14">
            <a:extLst>
              <a:ext uri="{FF2B5EF4-FFF2-40B4-BE49-F238E27FC236}">
                <a16:creationId xmlns:a16="http://schemas.microsoft.com/office/drawing/2014/main" id="{9BCFBB81-4C36-8098-9D5A-0A408E2A58F0}"/>
              </a:ext>
            </a:extLst>
          </p:cNvPr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29461-CEF4-1FC0-63E2-29ACF61E8104}"/>
              </a:ext>
            </a:extLst>
          </p:cNvPr>
          <p:cNvSpPr/>
          <p:nvPr/>
        </p:nvSpPr>
        <p:spPr>
          <a:xfrm>
            <a:off x="116775" y="666759"/>
            <a:ext cx="854574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Take a course in technical writing (e.g. </a:t>
            </a:r>
            <a:r>
              <a:rPr lang="en-US" sz="1600" dirty="0">
                <a:hlinkClick r:id="rId5"/>
              </a:rPr>
              <a:t>https://developers.google.com/tech-writing</a:t>
            </a:r>
            <a:r>
              <a:rPr lang="en-US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Read documentation made by other people.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Join the OSS community if the project has one.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Use the project/product to understand how it 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Read the contribution guide first!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If you notice a bug or doc issue, create an issue first and ask to be assigned to it.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Make meaningful contributions even as you take baby steps.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Respect maintainers’ time. Be patient.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pic>
        <p:nvPicPr>
          <p:cNvPr id="8194" name="Picture 2" descr="4,500+ Black And White Scroll Stock Photos, Pictures ...">
            <a:extLst>
              <a:ext uri="{FF2B5EF4-FFF2-40B4-BE49-F238E27FC236}">
                <a16:creationId xmlns:a16="http://schemas.microsoft.com/office/drawing/2014/main" id="{9D9182DC-E3D2-D623-154E-594AD7111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130" y="1072781"/>
            <a:ext cx="1959094" cy="207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24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2096490" y="1053129"/>
            <a:ext cx="5799734" cy="3307595"/>
          </a:xfrm>
          <a:prstGeom prst="rect">
            <a:avLst/>
          </a:prstGeom>
          <a:noFill/>
          <a:ln w="28575" cap="flat" cmpd="sng">
            <a:solidFill>
              <a:srgbClr val="166A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1857376" y="831124"/>
            <a:ext cx="6296024" cy="370277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491" y="1053128"/>
            <a:ext cx="5799734" cy="330759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</p:pic>
      <p:pic>
        <p:nvPicPr>
          <p:cNvPr id="4" name="Picture 4" descr="Free download Google Developers logo | Developer logo, Cute laptop  stickers, Free logo templates">
            <a:extLst>
              <a:ext uri="{FF2B5EF4-FFF2-40B4-BE49-F238E27FC236}">
                <a16:creationId xmlns:a16="http://schemas.microsoft.com/office/drawing/2014/main" id="{A4E6974B-A4DF-AAC1-C871-90ED730BD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" y="4488449"/>
            <a:ext cx="599952" cy="59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9067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3031</TotalTime>
  <Words>548</Words>
  <Application>Microsoft Office PowerPoint</Application>
  <PresentationFormat>On-screen Show (16:9)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</vt:lpstr>
      <vt:lpstr>Wingdings</vt:lpstr>
      <vt:lpstr>Arial Black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Adeyinka Oresanya</dc:creator>
  <cp:lastModifiedBy>Adeyinka J. Oresanya</cp:lastModifiedBy>
  <cp:revision>97</cp:revision>
  <dcterms:modified xsi:type="dcterms:W3CDTF">2024-02-23T12:14:38Z</dcterms:modified>
</cp:coreProperties>
</file>